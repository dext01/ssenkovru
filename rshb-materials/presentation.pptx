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0329e4c57433a" /><Relationship Type="http://schemas.openxmlformats.org/officeDocument/2006/relationships/extended-properties" Target="/docProps/app.xml" Id="Rf9959310e8664438" /><Relationship Type="http://schemas.openxmlformats.org/officeDocument/2006/relationships/officeDocument" Target="/ppt/presentation.xml" Id="Rf273813143ca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65d60887a477c"/>
  </p:sldMasterIdLst>
  <p:notesMasterIdLst>
    <p:notesMasterId xmlns:r="http://schemas.openxmlformats.org/officeDocument/2006/relationships" r:id="Radd45b191cc0462f"/>
  </p:notesMasterIdLst>
  <p:sldIdLst>
    <p:sldId xmlns:r="http://schemas.openxmlformats.org/officeDocument/2006/relationships" id="256" r:id="R74e426df6747475f"/>
    <p:sldId xmlns:r="http://schemas.openxmlformats.org/officeDocument/2006/relationships" id="257" r:id="R61ec3f7fd9b64bad"/>
    <p:sldId xmlns:r="http://schemas.openxmlformats.org/officeDocument/2006/relationships" id="258" r:id="R1ce02defcbbe468d"/>
    <p:sldId xmlns:r="http://schemas.openxmlformats.org/officeDocument/2006/relationships" id="259" r:id="R2d25a8b237ff4a0b"/>
    <p:sldId xmlns:r="http://schemas.openxmlformats.org/officeDocument/2006/relationships" id="260" r:id="R791f7a9912f04162"/>
    <p:sldId xmlns:r="http://schemas.openxmlformats.org/officeDocument/2006/relationships" id="261" r:id="Re3db3707a4a44653"/>
    <p:sldId xmlns:r="http://schemas.openxmlformats.org/officeDocument/2006/relationships" id="262" r:id="Rbe58a210632a42ec"/>
    <p:sldId xmlns:r="http://schemas.openxmlformats.org/officeDocument/2006/relationships" id="263" r:id="Raa2f74d8d53040cd"/>
    <p:sldId xmlns:r="http://schemas.openxmlformats.org/officeDocument/2006/relationships" id="264" r:id="R5c6d3fa733694f80"/>
    <p:sldId xmlns:r="http://schemas.openxmlformats.org/officeDocument/2006/relationships" id="265" r:id="R59fb8b095e5d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8e93e757d4117" /><Relationship Type="http://schemas.openxmlformats.org/officeDocument/2006/relationships/slideMaster" Target="/ppt/slideMasters/slideMaster1.xml" Id="R3ff65d60887a477c" /><Relationship Type="http://schemas.openxmlformats.org/officeDocument/2006/relationships/notesMaster" Target="/ppt/notesMasters/notesMaster1.xml" Id="Radd45b191cc0462f" /><Relationship Type="http://schemas.openxmlformats.org/officeDocument/2006/relationships/presProps" Target="/ppt/presProps.xml" Id="R100d4912d10448dd" /><Relationship Type="http://schemas.openxmlformats.org/officeDocument/2006/relationships/tableStyles" Target="/ppt/tableStyles.xml" Id="Rbf0fee8a0bba4dfe" /><Relationship Type="http://schemas.openxmlformats.org/officeDocument/2006/relationships/slide" Target="/ppt/slides/slide1.xml" Id="R74e426df6747475f" /><Relationship Type="http://schemas.openxmlformats.org/officeDocument/2006/relationships/slide" Target="/ppt/slides/slide2.xml" Id="R61ec3f7fd9b64bad" /><Relationship Type="http://schemas.openxmlformats.org/officeDocument/2006/relationships/slide" Target="/ppt/slides/slide3.xml" Id="R1ce02defcbbe468d" /><Relationship Type="http://schemas.openxmlformats.org/officeDocument/2006/relationships/slide" Target="/ppt/slides/slide4.xml" Id="R2d25a8b237ff4a0b" /><Relationship Type="http://schemas.openxmlformats.org/officeDocument/2006/relationships/slide" Target="/ppt/slides/slide5.xml" Id="R791f7a9912f04162" /><Relationship Type="http://schemas.openxmlformats.org/officeDocument/2006/relationships/slide" Target="/ppt/slides/slide6.xml" Id="Re3db3707a4a44653" /><Relationship Type="http://schemas.openxmlformats.org/officeDocument/2006/relationships/slide" Target="/ppt/slides/slide7.xml" Id="Rbe58a210632a42ec" /><Relationship Type="http://schemas.openxmlformats.org/officeDocument/2006/relationships/slide" Target="/ppt/slides/slide8.xml" Id="Raa2f74d8d53040cd" /><Relationship Type="http://schemas.openxmlformats.org/officeDocument/2006/relationships/slide" Target="/ppt/slides/slide9.xml" Id="R5c6d3fa733694f80" /><Relationship Type="http://schemas.openxmlformats.org/officeDocument/2006/relationships/slide" Target="/ppt/slides/slide10.xml" Id="R59fb8b095e5d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dd38ebdfc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7e7fc7c0df48be" /><Relationship Type="http://schemas.openxmlformats.org/officeDocument/2006/relationships/notesMaster" Target="/ppt/notesMasters/notesMaster1.xml" Id="R6f1bbad2516b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952b52f064790" /><Relationship Type="http://schemas.openxmlformats.org/officeDocument/2006/relationships/notesMaster" Target="/ppt/notesMasters/notesMaster1.xml" Id="Rd8813b47c188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b8be5e075b4101" /><Relationship Type="http://schemas.openxmlformats.org/officeDocument/2006/relationships/notesMaster" Target="/ppt/notesMasters/notesMaster1.xml" Id="R820f0c3a38ec43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3e288385db49fd" /><Relationship Type="http://schemas.openxmlformats.org/officeDocument/2006/relationships/notesMaster" Target="/ppt/notesMasters/notesMaster1.xml" Id="Rb4126e5cf4d649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42eb53410342cc" /><Relationship Type="http://schemas.openxmlformats.org/officeDocument/2006/relationships/notesMaster" Target="/ppt/notesMasters/notesMaster1.xml" Id="R6a5d8532468641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962c103f54ca4" /><Relationship Type="http://schemas.openxmlformats.org/officeDocument/2006/relationships/notesMaster" Target="/ppt/notesMasters/notesMaster1.xml" Id="R3cb09f501d964b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1f38f1ab241f2" /><Relationship Type="http://schemas.openxmlformats.org/officeDocument/2006/relationships/notesMaster" Target="/ppt/notesMasters/notesMaster1.xml" Id="Rd5b226361c4844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1a3926bde4b56" /><Relationship Type="http://schemas.openxmlformats.org/officeDocument/2006/relationships/notesMaster" Target="/ppt/notesMasters/notesMaster1.xml" Id="Rf14f015fb2ca46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fa8f2743b54e22" /><Relationship Type="http://schemas.openxmlformats.org/officeDocument/2006/relationships/notesMaster" Target="/ppt/notesMasters/notesMaster1.xml" Id="R6ccb05da480849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e02ba1a6774e63" /><Relationship Type="http://schemas.openxmlformats.org/officeDocument/2006/relationships/notesMaster" Target="/ppt/notesMasters/notesMaster1.xml" Id="Rc83296217e1e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Действующий сайт: https://ssenkov.ru/task_for_rshb/. Изображение — фактический экран продукта. Авторский конкурсный проект, не официальный сервис банка.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три задания «Своё Жильё», предоставленные участником. Это структура задач, а не результат исследования потребностей реальных клиентов.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№2. Условия программ и справочные сроки должны утверждаться банком перед внедрением. Сравнение подрядчика и самостоятельной стройки рядом пока не реализовано.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№1. Цифры — учебные входные данные. Ввод общих сумм не подтверждает актуальность ставок, условий программы и доступность кредита.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проверен на вымышленных данных. Модель месячного аннуитета не воспроизводит все банковские ежедневные начисления. Возможность внести сумму требует отдельного подтверждения накоплений.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№3. На экране вымышленный демо-профиль. Модуль работает для действующей оформленной ипотеки. Памятка закрытия есть, но отдельный режим полностью погашенного кредита пока отсутствует.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№1: администратор добавляет сценарии, формулы, параметры и подсказки. На публичном сайте изменения локальные. Серверное согласование проверено в отдельной среде, на GitHub Pages не работает.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технической проверки: tests/, e2e/, GitHub CI https://github.com/dext01/ssenkov/actions/runs/40907568205. Синтетический отчёт: review-report.md. Елена Викторовна С. и Александр Даниилович С. — вымышленные профили. Все четыре роли агентов также не являются людьми. Не все задания агентов проверены целиком в браузере; границы приведены в отчёте.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гипотезы и план измерений, не полученные бизнес-результаты. Размер эффекта, финансовая выгода банка, удовлетворённость и конверсия не заявляются.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Нельзя представлять публичное демо как подключённый банковский продукт. Допустимость подачи трёх задач одним решением не подтверждена организатором. Пакет основан на условиях, предоставленных участником.</a:t>
            </a:r>
          </a:p>
          <a:p xmlns:a="http://schemas.openxmlformats.org/drawingml/2006/main">
            <a:r>
              <a:t>Сайт: https://ssenkov.ru/task_for_rshb/</a:t>
            </a:r>
          </a:p>
          <a:p xmlns:a="http://schemas.openxmlformats.org/drawingml/2006/main">
            <a:r>
              <a:t>Версия продукта: 8ec117a, 29.10.2026. Скриншоты сняты с действующего сайта. Все суммы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edef7a2214e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ccabc6e7a47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f169a50a54f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61c2f09f14f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1979d4fd24f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991ae82984f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1A753-F068-4C1A-AB2C-FDC3661C8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399CC9-08B5-4D12-A638-E7D2BF6894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0E1CF9-4383-443F-A9F9-58FD3CFF2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B425F5-7917-42C5-93F7-4E41D0E3F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DE61A-56A3-4FDC-BE61-CA5EC2ECFB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0563DB-40A1-447B-BC07-45F21E581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77D4CA-B88C-4416-9560-7FACE89AF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661EDE-33BE-410A-8AF5-ED919DDFAD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5D647-572F-4028-852E-8783EA258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19FE74-2A28-4CC2-B189-36DDF1E82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e15e98fedf4613" /><Relationship Type="http://schemas.openxmlformats.org/officeDocument/2006/relationships/slideLayout" Target="/ppt/slideLayouts/slideLayout1.xml" Id="R459014c7c42f4641" /><Relationship Type="http://schemas.openxmlformats.org/officeDocument/2006/relationships/slideLayout" Target="/ppt/slideLayouts/slideLayout2.xml" Id="R8504302d1a02479e" /><Relationship Type="http://schemas.openxmlformats.org/officeDocument/2006/relationships/slideLayout" Target="/ppt/slideLayouts/slideLayout3.xml" Id="R7c9ef8c781f147f2" /><Relationship Type="http://schemas.openxmlformats.org/officeDocument/2006/relationships/slideLayout" Target="/ppt/slideLayouts/slideLayout4.xml" Id="R70adbf9000634dcc" /><Relationship Type="http://schemas.openxmlformats.org/officeDocument/2006/relationships/slideLayout" Target="/ppt/slideLayouts/slideLayout5.xml" Id="R0d0afc8610c244a2" /><Relationship Type="http://schemas.openxmlformats.org/officeDocument/2006/relationships/slideLayout" Target="/ppt/slideLayouts/slideLayout6.xml" Id="Rcb38b77d98ca42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014c7c42f4641"/>
    <p:sldLayoutId xmlns:r="http://schemas.openxmlformats.org/officeDocument/2006/relationships" id="2147483650" r:id="R8504302d1a02479e"/>
    <p:sldLayoutId xmlns:r="http://schemas.openxmlformats.org/officeDocument/2006/relationships" id="2147483651" r:id="R7c9ef8c781f147f2"/>
    <p:sldLayoutId xmlns:r="http://schemas.openxmlformats.org/officeDocument/2006/relationships" id="2147483652" r:id="R70adbf9000634dcc"/>
    <p:sldLayoutId xmlns:r="http://schemas.openxmlformats.org/officeDocument/2006/relationships" id="2147483653" r:id="R0d0afc8610c244a2"/>
    <p:sldLayoutId xmlns:r="http://schemas.openxmlformats.org/officeDocument/2006/relationships" id="2147483654" r:id="Rcb38b77d98ca42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29cb70d4a45c7" /><Relationship Type="http://schemas.openxmlformats.org/officeDocument/2006/relationships/image" Target="/ppt/media/image.png" Id="Re2c548a57192459c" /><Relationship Type="http://schemas.openxmlformats.org/officeDocument/2006/relationships/notesSlide" Target="/ppt/notesSlides/notesSlide1.xml" Id="R441b2af0cb7142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8d75928384adb" /><Relationship Type="http://schemas.openxmlformats.org/officeDocument/2006/relationships/notesSlide" Target="/ppt/notesSlides/notesSlide2.xml" Id="Rf16722c609b2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f84a286944c0d" /><Relationship Type="http://schemas.openxmlformats.org/officeDocument/2006/relationships/image" Target="/ppt/media/image2.png" Id="R1e5e2c61f7834473" /><Relationship Type="http://schemas.openxmlformats.org/officeDocument/2006/relationships/notesSlide" Target="/ppt/notesSlides/notesSlide3.xml" Id="Ra912a326cbb1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9478de1734c3b" /><Relationship Type="http://schemas.openxmlformats.org/officeDocument/2006/relationships/image" Target="/ppt/media/image3.png" Id="Re53efb8285f3495e" /><Relationship Type="http://schemas.openxmlformats.org/officeDocument/2006/relationships/notesSlide" Target="/ppt/notesSlides/notesSlide4.xml" Id="Rfd3f4473076e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638cc696c4512" /><Relationship Type="http://schemas.openxmlformats.org/officeDocument/2006/relationships/image" Target="/ppt/media/image4.png" Id="Rdae9921fec9448fd" /><Relationship Type="http://schemas.openxmlformats.org/officeDocument/2006/relationships/notesSlide" Target="/ppt/notesSlides/notesSlide5.xml" Id="Rbeacd2136e1c46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87149f50c43fc" /><Relationship Type="http://schemas.openxmlformats.org/officeDocument/2006/relationships/image" Target="/ppt/media/image5.png" Id="R8b18843bd4ca41b3" /><Relationship Type="http://schemas.openxmlformats.org/officeDocument/2006/relationships/notesSlide" Target="/ppt/notesSlides/notesSlide6.xml" Id="R61db0261a1f1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0f299e5f843fe" /><Relationship Type="http://schemas.openxmlformats.org/officeDocument/2006/relationships/image" Target="/ppt/media/image6.png" Id="Re5e5603b728545b7" /><Relationship Type="http://schemas.openxmlformats.org/officeDocument/2006/relationships/notesSlide" Target="/ppt/notesSlides/notesSlide7.xml" Id="R189056b2ff784c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cc6654ab246c9" /><Relationship Type="http://schemas.openxmlformats.org/officeDocument/2006/relationships/notesSlide" Target="/ppt/notesSlides/notesSlide8.xml" Id="Rf6d33bd89ae8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110e810c643c1" /><Relationship Type="http://schemas.openxmlformats.org/officeDocument/2006/relationships/notesSlide" Target="/ppt/notesSlides/notesSlide9.xml" Id="R0899cc57bdc142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fc5702719420f" /><Relationship Type="http://schemas.openxmlformats.org/officeDocument/2006/relationships/notesSlide" Target="/ppt/notesSlides/notesSlide10.xml" Id="R17c58278e70f49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C7D2B-CE0F-4B25-99DF-C7BB2F877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548a57192459c"/>
          <a:stretch xmlns:a="http://schemas.openxmlformats.org/drawingml/2006/main"/>
        </p:blipFill>
        <p:spPr>
          <a:xfrm xmlns:a="http://schemas.openxmlformats.org/drawingml/2006/main">
            <a:off x="6000750" y="1672828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77894-D7D0-4596-A7AA-41CF75E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23E29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23E29"/>
                </a:solidFill>
                <a:latin typeface="Arial"/>
                <a:ea typeface="Arial"/>
                <a:cs typeface="Arial"/>
              </a:rPr>
              <a:t>Мой дом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958EE-2F16-4B8C-A09B-91F90F41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defPPr>
            <a:lvl1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1pPr>
            <a:lvl2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2pPr>
            <a:lvl3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3pPr>
            <a:lvl4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4pPr>
            <a:lvl5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5pPr>
            <a:lvl6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6pPr>
            <a:lvl7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7pPr>
            <a:lvl8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8pPr>
            <a:lvl9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263C31"/>
                </a:solidFill>
                <a:latin typeface="Arial"/>
                <a:ea typeface="Arial"/>
                <a:cs typeface="Arial"/>
              </a:rPr>
              <a:t>Маршрут покупки,</a:t>
            </a:r>
          </a:p>
          <a:p xmlns:a="http://schemas.openxmlformats.org/drawingml/2006/main">
            <a: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263C31"/>
                </a:solidFill>
                <a:latin typeface="Arial"/>
                <a:ea typeface="Arial"/>
                <a:cs typeface="Arial"/>
              </a:rPr>
              <a:t>финансовые сценарии</a:t>
            </a:r>
          </a:p>
          <a:p xmlns:a="http://schemas.openxmlformats.org/drawingml/2006/main">
            <a:pPr>
              <a:defRPr sz="2700">
                <a:solidFill>
                  <a:srgbClr val="263C31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263C31"/>
                </a:solidFill>
                <a:latin typeface="Arial"/>
                <a:ea typeface="Arial"/>
                <a:cs typeface="Arial"/>
              </a:rPr>
              <a:t>и жизнь с ипотекой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FD8ED-F32B-4CD4-A067-6625E0A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Стипендиальный конкурс РСХБ.Цифра · «Своё Жильё»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E9F49-9B3B-4A84-AD70-2133EE17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Три связанных модуля одного продукта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52665-B632-44FE-92DB-37EBF6D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ssenkov.ru/task_for_rshb/</a:t>
            </a:r>
          </a:p>
        </p:txBody>
      </p:sp>
    </p:spTree>
    <p:extLst>
      <p:ext uri="{BB962C8B-B14F-4D97-AF65-F5344CB8AC3E}">
        <p14:creationId xmlns:p14="http://schemas.microsoft.com/office/powerpoint/2010/main" val="606396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59774-967D-430C-8194-22F74C06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Три решения 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0B12D-DDB1-49F2-A9B3-AB6C533A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F353-92F8-407E-B581-B9B6E204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4195B-9592-4DA2-A0BB-6E6259F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45AFE-4985-4058-8CA8-5B648BB3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С чего начать покупку?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B1C03-3535-485A-940E-47C7CEF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Маршрут, документы и следующий шаг под выбранный объект.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7C6C9-19ED-4E1B-977B-EA376AD4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E473B-900D-47CB-9DE6-9960FD4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Как изменится семейный бюджет?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FCBBF-49FB-4FD9-B136-CABC505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Сравнение вариантов до решения о покупке или кредите.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C7980-FCAA-4291-BB0E-DFC1450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BDA52-815B-43CB-9D6C-CD9192BB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815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Что сделать после оформления ипотеки?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D236B-4C9B-4255-A6CD-3AC91F02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Срочные действия, экономия, документы и личный план.</a:t>
            </a:r>
          </a:p>
        </p:txBody>
      </p:sp>
    </p:spTree>
    <p:extLst>
      <p:ext uri="{BB962C8B-B14F-4D97-AF65-F5344CB8AC3E}">
        <p14:creationId xmlns:p14="http://schemas.microsoft.com/office/powerpoint/2010/main" val="171500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DDE2A-B797-400C-B558-0C37A990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Навигатор: шаги под ситуацию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81F0A-A1FD-47DD-8928-63779D9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D8734-A530-4F51-B3BB-EBF1D5C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D2314-76A7-4B0C-9507-623F30D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7 маршрутов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F52F4-6349-4968-A4FA-FC0D63FC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95575"/>
            <a:ext cx="3571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Квартира, готовый объект, дом, участок, строительство, ремонт и сельская ипотека.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525A7-F0DF-48EE-9220-6634ADDD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3571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Ответы меняют шаги, сроки и документы. Прогресс сохраняется в браузере.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7DB76-5C08-4AFD-8CAF-6FFEF2C07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e2c61f7834473"/>
          <a:stretch xmlns:a="http://schemas.openxmlformats.org/drawingml/2006/main"/>
        </p:blipFill>
        <p:spPr>
          <a:xfrm xmlns:a="http://schemas.openxmlformats.org/drawingml/2006/main">
            <a:off x="4648200" y="1819275"/>
            <a:ext cx="693420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23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E506E-16B0-416A-A7DA-583EAAB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Симулятор: сравнение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1B072-DDA3-41E8-830C-39765611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8BAA-231A-481C-BA94-70D4E7CA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D5FC7-4011-4D0A-BA8F-1C0CE722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9 калькуляторов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0A10C-9FC2-4331-8A92-672B33F4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3571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Платёж, срок, переплата и свободный бюджет — в одном расчёте.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CBC28-E40E-42AD-9094-ACFA34AB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571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Варианты А и Б, график платежей, сохранение и печать.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18758-ED52-4F11-A307-E2BDC6F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Пример: жильё 7,2 млн ₽, взнос 2 млн ₽. Ставки на экране — допущения.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B64D5-2171-4617-94F4-F3827525F7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efb8285f3495e"/>
          <a:stretch xmlns:a="http://schemas.openxmlformats.org/drawingml/2006/main"/>
        </p:blipFill>
        <p:spPr>
          <a:xfrm xmlns:a="http://schemas.openxmlformats.org/drawingml/2006/main">
            <a:off x="5143500" y="1685925"/>
            <a:ext cx="59436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38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587BD-67AE-4B67-A0DF-BD60A5D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Досрочное: срок или платёж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7EBDA-5ADA-4282-BD5C-62E10B6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6C7DA-E133-42AA-9B55-15D11A6A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97C0E-58C2-4548-A827-52416C9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Фактический платёж сохраняется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1EDD0-12AA-4AF7-A00A-464C1D9E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714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Остаток 4,2 млн ₽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Платёж 52 тыс. ₽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Ставка 12,5%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Досрочный взнос 300 тыс.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0BBAA-9669-439F-86BB-DE05C40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Экономия не означает, что взнос доступен: резерв нужно проверить отдельно.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E59B0-A003-4843-BAAC-D964DCC9F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9921fec9448fd"/>
          <a:stretch xmlns:a="http://schemas.openxmlformats.org/drawingml/2006/main"/>
        </p:blipFill>
        <p:spPr>
          <a:xfrm xmlns:a="http://schemas.openxmlformats.org/drawingml/2006/main">
            <a:off x="5372100" y="1762125"/>
            <a:ext cx="54864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7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D56B4-8AD8-4269-A220-FA776B1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После оформления ипотеки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DBE55-2861-4385-8BB2-54AC9642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0C803-36A3-44BE-9E64-10EAD4B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97180-4C8A-4C30-9FEB-3FA5B9AF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Сначала срочное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DBB40-E24A-4A32-9530-5D433035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Страховка и риски бюджета — до необязательных действий.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7933D-A39A-4F9E-86B4-906B40F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Расчёт с данными профиля.</a:t>
            </a:r>
          </a:p>
          <a:p xmlns:a="http://schemas.openxmlformats.org/drawingml/2006/main">
            <a:pPr>
              <a:defRPr sz="21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«Уже сделал», «Отложить», «Вернуть в план».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02C97-E9EF-48E8-9409-7D55441E3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8843bd4ca41b3"/>
          <a:stretch xmlns:a="http://schemas.openxmlformats.org/drawingml/2006/main"/>
        </p:blipFill>
        <p:spPr>
          <a:xfrm xmlns:a="http://schemas.openxmlformats.org/drawingml/2006/main">
            <a:off x="7872108" y="2403872"/>
            <a:ext cx="2791433" cy="28694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0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45E2-B37B-4D29-9F33-686C6B0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Настройки без изменения кода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28346-FDCE-4401-8978-7101534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762F5-B433-464B-AC44-BA89282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D985E-BE72-4296-B132-3A3B6C8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376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Формулы и подсказки — в конфигурации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4A014-DFCF-40A7-BFF3-0BD8562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571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Редактор проверяет выражения и показывает предпросмотр.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B5E13-CC6B-4EC5-A64B-047649B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3571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Серверный эталон: черновик → проверка → публикация другим сотрудником.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38D09-54A3-4933-B7A7-9D95E953B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5603b728545b7"/>
          <a:stretch xmlns:a="http://schemas.openxmlformats.org/drawingml/2006/main"/>
        </p:blipFill>
        <p:spPr>
          <a:xfrm xmlns:a="http://schemas.openxmlformats.org/drawingml/2006/main">
            <a:off x="4648200" y="1819275"/>
            <a:ext cx="693420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44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BDA0D-2767-4D8D-BCCB-D041A7B1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Что проверено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07CD9-A0F7-43D0-9BF5-EF3E8383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CE71E-7AF5-4698-AB6C-56F1EB8E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5521A-6DA4-491C-BB7E-D8280C0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359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B333B-40BD-4C1E-AE5D-2B7A67A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модульных и интеграционных проверок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4561A-2BB9-4696-9C7C-19F4B00B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33B0B-BCD7-4B5A-807A-E6BFE0F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6705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браузерных сценариев, включая телефон и axe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5996E-A6AA-48BE-89C4-3765C66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C8C56-020E-4674-BF90-2315278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синтетических профилей: два сценария + четыре агента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729E6-355A-4B0A-9D91-8854D59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Реальных интервью: 0. Пользовательский эффект и конверсия пока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1817708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B333-DDC5-4BA0-9BC2-B8EB408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Польза банку: гипотезы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0942A-93A0-476B-B5AC-743B7F5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CF79D-FCCF-4F5A-9835-B615926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86AF4-5646-4A29-AFD2-8CADCC0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Клиент понимает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152A2-8621-4421-A03D-872A34CA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Проверить: выполняет ли задачу без помощи и верно ли объясняет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97532-632A-4AA8-B41C-5AD3AB4A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Меньше повторных вопросов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BA6F7-74C9-42BE-83F7-03EBCFC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Проверить: обращения по типовым темам на 100 сессий до и после пилота.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3A76F-E819-465B-892C-9CCAF7F7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Быстрее обновляются сценарии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9868-E3D9-4C31-BFAD-F610140E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Проверить: время от согласованной правки до публикации и число ошибок.</a:t>
            </a:r>
          </a:p>
        </p:txBody>
      </p:sp>
    </p:spTree>
    <p:extLst>
      <p:ext uri="{BB962C8B-B14F-4D97-AF65-F5344CB8AC3E}">
        <p14:creationId xmlns:p14="http://schemas.microsoft.com/office/powerpoint/2010/main" val="531700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631E0-9F3C-44E4-AE71-E35366DF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Готово к проверке продуктовой командой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CB12F-EF7E-4081-92FB-05EEC80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Мой дом · конкурсное решение «Своё Жильё»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36672-9817-4A92-920F-0F71C189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7DC22-8FC5-4F52-AA35-DEE5A770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Работает сейчас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B152D-78CA-44A1-B5EE-D980F8C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Клиентская версия, мобильные сценарии, настройки и исходники. Видео и матрица требований приложены.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74A4F-72B2-4E3B-9392-4291BC5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D2A"/>
                </a:solidFill>
                <a:latin typeface="Arial"/>
                <a:ea typeface="Arial"/>
                <a:cs typeface="Arial"/>
              </a:rPr>
              <a:t>Для внедрения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41359-F5A1-46F4-85B0-5AF1EF0D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SSO/API банка, серверный хостинг, утверждение методик и реальные пользовательские сессии.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A4781-1A47-4C33-9D7D-AA5B1192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7A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7A4A"/>
                </a:solidFill>
                <a:latin typeface="Arial"/>
                <a:ea typeface="Arial"/>
                <a:cs typeface="Arial"/>
              </a:rPr>
              <a:t>ssenkov.ru/task_for_rshb/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F4B32-E020-4296-B43C-4BD5D14E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172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267"/>
                </a:solidFill>
                <a:latin typeface="Arial"/>
                <a:ea typeface="Arial"/>
                <a:cs typeface="Arial"/>
              </a:rPr>
              <a:t>Пакет: презентация · видео · требования · синтетическая проверка · исходники</a:t>
            </a:r>
          </a:p>
        </p:txBody>
      </p:sp>
    </p:spTree>
    <p:extLst>
      <p:ext uri="{BB962C8B-B14F-4D97-AF65-F5344CB8AC3E}">
        <p14:creationId xmlns:p14="http://schemas.microsoft.com/office/powerpoint/2010/main" val="624842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2026-10-29T16:30:38.5390000Z</dcterms:created>
  <dcterms:modified xsi:type="dcterms:W3CDTF">2026-10-29T16:30:38.5390000Z</dcterms:modified>
</coreProperties>
</file>